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2B"/>
    <a:srgbClr val="0700A6"/>
    <a:srgbClr val="000C56"/>
    <a:srgbClr val="2A00B0"/>
    <a:srgbClr val="2701A9"/>
    <a:srgbClr val="3200D1"/>
    <a:srgbClr val="FFFFFF"/>
    <a:srgbClr val="560E00"/>
    <a:srgbClr val="0D0D0E"/>
    <a:srgbClr val="21B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1210" y="6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CAA48-B58D-7AB9-C7C7-803A66A70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2EAB86-6213-5652-5710-6F12F63E9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437C5-6202-4F31-7808-D5FBF4E3C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F61CC2-616A-240E-CD0D-87C2E026D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E7571-E886-380E-2FC1-85E893A3D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7840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3C2B7-605C-5A57-6D81-7CEE3FF0B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62118-20B8-D3E8-4D1E-5AFB8392E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921C55-AAF9-3C39-D7F4-BD0824588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381C12-B50E-48D9-A6B1-1DB473B49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AE924-3DF6-8D72-CD88-127523173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2765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C673A-349B-FE39-A45B-55BD6116B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DC5C92-3BB8-251B-081F-CD2497534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B3289-E24D-EB61-E386-F4E7547E0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CFA2C2-68B0-F42F-4C45-0C614E27B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1AA2A-88F9-EC0B-E5A6-383E9CF30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794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FA0C9-EC7F-5B5E-DF3C-E47FB5108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941F7-1427-A240-302B-8936D49BBB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D4D4BE-CABC-657D-A66B-8AFAABA714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12E7CE-8E47-919B-6F2B-626A7C07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883882-9410-96CB-53FD-4823A3003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43BC4B-180F-6DCC-F6BA-A09DDAC1E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7435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250E-E65F-97BC-781B-0CF368FF2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7607A-4136-4977-82BF-B38F3E7030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A736D9-4BA8-C04D-F2EE-C9598A9323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A56D9B-ABC6-351A-D811-7C8E6DCE2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7429E0-B781-5893-AA68-A53F84EFD6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588256-B563-3E97-59DE-21607A101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5B2EAD-D9DE-9D74-660A-EA0CFE8FE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A63337-CF35-7058-7CF8-10E98D413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131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3F940-1BD1-7C7A-01D5-6DD794B3B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A4BD9E-6427-BE66-ADD6-ADF8B08AE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399466-DD28-58F2-AFB1-89AD5B67C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F89446-8615-EAD4-5C76-5412B95C2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67988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E6EE50-34F4-4177-2DEE-8FDE7766A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317E1E-09B1-2196-97F3-6617A3315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19EF23-5B57-84E3-1AED-127E4C1F5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12031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DF114-D8BA-E559-3BC1-DA6DFDD36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AC061-7617-B6A6-BFC9-6F1430ADC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77A7EC-2AF8-2803-12B0-BADEE7C27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486395-2D8B-504D-6BA5-E796FCED5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17E35-3330-C827-6FCD-B09933D73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58547E-0AA4-EC4F-5CC6-738AAB09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3368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8EDC3-408B-0D88-BAC9-E306D4629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D8CD13-CC40-F672-3A1E-91F5A4715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B2B986-54A9-9240-FDDD-4A89E154C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C1DFFB-C4E7-02E3-7DAE-2CD241B59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5899C8-FF15-CA24-628B-95983C1DD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29D6B-623E-4EC2-5B37-EF13F6D79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5709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CD6F8-9E6C-9A52-FCE8-F0CD7F8F5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B7822-B201-E291-165C-4B71FBF50A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FCE5F-ED72-EEC7-4C9E-DD25E71F0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46A86-46E1-606A-2692-1DC4FB6B6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0A69B-F966-E7AF-DB76-FB95D2214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3082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CF3FE3-C000-8BD2-96C7-920870A9C8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24217D-D827-AA69-E7D0-BE262FA711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8AE6C-3026-0462-DFE1-558B1FBF7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03F708-F23C-7E82-2F64-732CDE387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C108B-2A0B-B45D-5BE5-2577FB5F7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450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B2EA5-68A7-7C3B-B554-704422ED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B6337D-11C7-0036-E222-318C5B009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A1C6B4-4CA6-01C2-2C20-2CE0F44C1D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CE1312-D7C4-48BD-8960-4C22D61DC0F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749CC-A765-02F3-B8A4-55DF0D7C4D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6202D6-BE22-CE76-5673-1DAC2E466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26365E-0243-4E8B-84AB-66F5994F3EF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5004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7/06/relationships/model3d" Target="../media/model3d1.glb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488A1-F4EF-53E2-DD96-150D13FCA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25E82E-54F9-4773-049E-16A510164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" r="65"/>
          <a:stretch/>
        </p:blipFill>
        <p:spPr>
          <a:xfrm>
            <a:off x="3872971" y="1090224"/>
            <a:ext cx="4677552" cy="4677553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3" name="3D Model 22">
                <a:extLst>
                  <a:ext uri="{FF2B5EF4-FFF2-40B4-BE49-F238E27FC236}">
                    <a16:creationId xmlns:a16="http://schemas.microsoft.com/office/drawing/2014/main" id="{5792E36B-BA49-0330-6A68-0E653EA4767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341176213"/>
                  </p:ext>
                </p:extLst>
              </p:nvPr>
            </p:nvGraphicFramePr>
            <p:xfrm>
              <a:off x="3872971" y="1090224"/>
              <a:ext cx="4677552" cy="4677552"/>
            </p:xfrm>
            <a:graphic>
              <a:graphicData uri="http://schemas.microsoft.com/office/drawing/2017/model3d">
                <am3d:model3d r:embed="rId3">
                  <am3d:spPr>
                    <a:xfrm>
                      <a:off x="0" y="0"/>
                      <a:ext cx="4677552" cy="4677552"/>
                    </a:xfrm>
                    <a:prstGeom prst="rect">
                      <a:avLst/>
                    </a:prstGeom>
                    <a:noFill/>
                    <a:ln w="25400">
                      <a:noFill/>
                    </a:ln>
                    <a:effectLst/>
                  </am3d:spPr>
                  <am3d:camera>
                    <am3d:pos x="206272" y="-1342235" z="69144138"/>
                    <am3d:up dx="0" dy="36000000" dz="0"/>
                    <am3d:lookAt x="206272" y="-1342235" z="0"/>
                    <am3d:perspective fov="2354249"/>
                  </am3d:camera>
                  <am3d:trans>
                    <am3d:meterPerModelUnit n="761889" d="1000000"/>
                    <am3d:preTrans dx="343332" dy="-12513129" dz="1796196"/>
                    <am3d:scale>
                      <am3d:sx n="1000000" d="1000000"/>
                      <am3d:sy n="1000000" d="1000000"/>
                      <am3d:sz n="1000000" d="1000000"/>
                    </am3d:scale>
                    <am3d:rot ax="8801296" ay="1946585" az="9634824"/>
                    <am3d:postTrans dx="206271" dy="-1342235" dz="0"/>
                  </am3d:trans>
                  <am3d:raster rName="Office3DRenderer" rVer="16.0.8326">
                    <am3d:blip r:embed="rId4"/>
                  </am3d:raster>
                  <am3d:winViewport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3" name="3D Model 22">
                <a:extLst>
                  <a:ext uri="{FF2B5EF4-FFF2-40B4-BE49-F238E27FC236}">
                    <a16:creationId xmlns:a16="http://schemas.microsoft.com/office/drawing/2014/main" id="{5792E36B-BA49-0330-6A68-0E653EA4767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72971" y="1090224"/>
                <a:ext cx="4677552" cy="4677552"/>
              </a:xfrm>
              <a:prstGeom prst="rect">
                <a:avLst/>
              </a:prstGeom>
              <a:noFill/>
              <a:ln w="25400">
                <a:noFill/>
              </a:ln>
              <a:effectLst/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6168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92DDF9-31D1-0A77-3040-531513CF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87D11F-8BDC-B8A7-2DAA-236CE4471A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AB22B4-C6C6-B987-1C51-1C4176D7B8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922"/>
          <a:stretch>
            <a:fillRect/>
          </a:stretch>
        </p:blipFill>
        <p:spPr>
          <a:xfrm>
            <a:off x="8391963" y="5832789"/>
            <a:ext cx="2476665" cy="1023929"/>
          </a:xfrm>
          <a:prstGeom prst="rect">
            <a:avLst/>
          </a:prstGeom>
          <a:noFill/>
          <a:ln w="25400">
            <a:noFill/>
          </a:ln>
          <a:effectLst>
            <a:outerShdw dist="101600" dir="2400000" algn="ctr" rotWithShape="0">
              <a:schemeClr val="tx1"/>
            </a:outerShd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8221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1465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voidredstone</dc:creator>
  <cp:lastModifiedBy>voidredstone</cp:lastModifiedBy>
  <cp:revision>20</cp:revision>
  <dcterms:created xsi:type="dcterms:W3CDTF">2023-10-09T15:14:31Z</dcterms:created>
  <dcterms:modified xsi:type="dcterms:W3CDTF">2026-04-12T17:32:30Z</dcterms:modified>
</cp:coreProperties>
</file>