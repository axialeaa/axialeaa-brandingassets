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2B"/>
    <a:srgbClr val="0700A6"/>
    <a:srgbClr val="000C56"/>
    <a:srgbClr val="2A00B0"/>
    <a:srgbClr val="2701A9"/>
    <a:srgbClr val="3200D1"/>
    <a:srgbClr val="FFFFFF"/>
    <a:srgbClr val="560E00"/>
    <a:srgbClr val="0D0D0E"/>
    <a:srgbClr val="21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89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AA48-B58D-7AB9-C7C7-803A66A70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EAB86-6213-5652-5710-6F12F63E9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437C5-6202-4F31-7808-D5FBF4E3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61CC2-616A-240E-CD0D-87C2E026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7571-E886-380E-2FC1-85E893A3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84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C2B7-605C-5A57-6D81-7CEE3FF0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62118-20B8-D3E8-4D1E-5AFB8392E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21C55-AAF9-3C39-D7F4-BD082458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81C12-B50E-48D9-A6B1-1DB473B4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E924-3DF6-8D72-CD88-12752317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76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673A-349B-FE39-A45B-55BD6116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C5C92-3BB8-251B-081F-CD249753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B3289-E24D-EB61-E386-F4E7547E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FA2C2-68B0-F42F-4C45-0C614E27B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AA2A-88F9-EC0B-E5A6-383E9CF3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94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A0C9-EC7F-5B5E-DF3C-E47FB510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941F7-1427-A240-302B-8936D49BB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4D4BE-CABC-657D-A66B-8AFAABA71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2E7CE-8E47-919B-6F2B-626A7C07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83882-9410-96CB-53FD-4823A300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3BC4B-180F-6DCC-F6BA-A09DDAC1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43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250E-E65F-97BC-781B-0CF368FF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7607A-4136-4977-82BF-B38F3E703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736D9-4BA8-C04D-F2EE-C9598A93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56D9B-ABC6-351A-D811-7C8E6DCE2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429E0-B781-5893-AA68-A53F84EFD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88256-B563-3E97-59DE-21607A10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B2EAD-D9DE-9D74-660A-EA0CFE8F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3337-CF35-7058-7CF8-10E98D41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13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F940-1BD1-7C7A-01D5-6DD794B3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4BD9E-6427-BE66-ADD6-ADF8B08A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99466-DD28-58F2-AFB1-89AD5B67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89446-8615-EAD4-5C76-5412B95C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79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6EE50-34F4-4177-2DEE-8FDE7766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17E1E-09B1-2196-97F3-6617A331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9EF23-5B57-84E3-1AED-127E4C1F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20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F114-D8BA-E559-3BC1-DA6DFDD36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C061-7617-B6A6-BFC9-6F1430ADC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7A7EC-2AF8-2803-12B0-BADEE7C27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86395-2D8B-504D-6BA5-E796FCED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17E35-3330-C827-6FCD-B09933D73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8547E-0AA4-EC4F-5CC6-738AAB09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368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EDC3-408B-0D88-BAC9-E306D462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D8CD13-CC40-F672-3A1E-91F5A4715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2B986-54A9-9240-FDDD-4A89E154C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1DFFB-C4E7-02E3-7DAE-2CD241B5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899C8-FF15-CA24-628B-95983C1D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29D6B-623E-4EC2-5B37-EF13F6D7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70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D6F8-9E6C-9A52-FCE8-F0CD7F8F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7822-B201-E291-165C-4B71FBF50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FCE5F-ED72-EEC7-4C9E-DD25E71F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46A86-46E1-606A-2692-1DC4FB6B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A69B-F966-E7AF-DB76-FB95D221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08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F3FE3-C000-8BD2-96C7-920870A9C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4217D-D827-AA69-E7D0-BE262FA71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8AE6C-3026-0462-DFE1-558B1FBF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3F708-F23C-7E82-2F64-732CDE38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C108B-2A0B-B45D-5BE5-2577FB5F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5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B2EA5-68A7-7C3B-B554-704422ED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6337D-11C7-0036-E222-318C5B009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1C6B4-4CA6-01C2-2C20-2CE0F44C1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E1312-D7C4-48BD-8960-4C22D61DC0F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749CC-A765-02F3-B8A4-55DF0D7C4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202D6-BE22-CE76-5673-1DAC2E466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6365E-0243-4E8B-84AB-66F5994F3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00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88A1-F4EF-53E2-DD96-150D13FC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5E82E-54F9-4773-049E-16A510164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" r="65"/>
          <a:stretch/>
        </p:blipFill>
        <p:spPr>
          <a:xfrm>
            <a:off x="3872971" y="1090224"/>
            <a:ext cx="4677552" cy="467755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 Model 22">
                <a:extLst>
                  <a:ext uri="{FF2B5EF4-FFF2-40B4-BE49-F238E27FC236}">
                    <a16:creationId xmlns:a16="http://schemas.microsoft.com/office/drawing/2014/main" id="{5792E36B-BA49-0330-6A68-0E653EA4767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27494255"/>
                  </p:ext>
                </p:extLst>
              </p:nvPr>
            </p:nvGraphicFramePr>
            <p:xfrm>
              <a:off x="-408978" y="1533826"/>
              <a:ext cx="4677552" cy="467755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677552" cy="467755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  <a:effectLst>
                      <a:glow rad="50800">
                        <a:schemeClr val="bg1"/>
                      </a:glow>
                      <a:outerShdw dist="419100" dir="7800000" algn="ctr" rotWithShape="0">
                        <a:prstClr val="black"/>
                      </a:outerShdw>
                    </a:effectLst>
                  </am3d:spPr>
                  <am3d:camera>
                    <am3d:pos x="206272" y="-1342235" z="69144138"/>
                    <am3d:up dx="0" dy="36000000" dz="0"/>
                    <am3d:lookAt x="206272" y="-1342235" z="0"/>
                    <am3d:perspective fov="2354249"/>
                  </am3d:camera>
                  <am3d:trans>
                    <am3d:meterPerModelUnit n="761889" d="1000000"/>
                    <am3d:preTrans dx="343332" dy="-12513129" dz="1796196"/>
                    <am3d:scale>
                      <am3d:sx n="1000000" d="1000000"/>
                      <am3d:sy n="1000000" d="1000000"/>
                      <am3d:sz n="1000000" d="1000000"/>
                    </am3d:scale>
                    <am3d:rot ax="8801296" ay="1946585" az="9634824"/>
                    <am3d:postTrans dx="206271" dy="-1342235" dz="0"/>
                  </am3d:trans>
                  <am3d:raster rName="Office3DRenderer" rVer="16.0.8326">
                    <am3d:blip r:embed="rId4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 Model 22">
                <a:extLst>
                  <a:ext uri="{FF2B5EF4-FFF2-40B4-BE49-F238E27FC236}">
                    <a16:creationId xmlns:a16="http://schemas.microsoft.com/office/drawing/2014/main" id="{5792E36B-BA49-0330-6A68-0E653EA476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08978" y="1533826"/>
                <a:ext cx="4677552" cy="4677552"/>
              </a:xfrm>
              <a:prstGeom prst="rect">
                <a:avLst/>
              </a:prstGeom>
              <a:noFill/>
              <a:ln w="25400">
                <a:noFill/>
              </a:ln>
              <a:effectLst>
                <a:glow rad="50800">
                  <a:schemeClr val="bg1"/>
                </a:glow>
                <a:outerShdw dist="419100" dir="7800000" algn="ctr" rotWithShape="0">
                  <a:prstClr val="black"/>
                </a:outerShdw>
              </a:effectLst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EEC0C7-71C1-C476-598A-1BEB7CB2F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173" y="975336"/>
            <a:ext cx="5115148" cy="490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6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2DDF9-31D1-0A77-3040-531513CF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7D11F-8BDC-B8A7-2DAA-236CE4471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B22B4-C6C6-B987-1C51-1C4176D7B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2"/>
          <a:stretch>
            <a:fillRect/>
          </a:stretch>
        </p:blipFill>
        <p:spPr>
          <a:xfrm>
            <a:off x="8391963" y="5832789"/>
            <a:ext cx="2476665" cy="1023929"/>
          </a:xfrm>
          <a:prstGeom prst="rect">
            <a:avLst/>
          </a:prstGeom>
          <a:noFill/>
          <a:ln w="25400">
            <a:noFill/>
          </a:ln>
          <a:effectLst>
            <a:outerShdw dist="101600" dir="2400000" algn="ctr" rotWithShape="0">
              <a:schemeClr val="tx1"/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822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voidredstone</dc:creator>
  <cp:lastModifiedBy>voidredstone</cp:lastModifiedBy>
  <cp:revision>21</cp:revision>
  <dcterms:created xsi:type="dcterms:W3CDTF">2023-10-09T15:14:31Z</dcterms:created>
  <dcterms:modified xsi:type="dcterms:W3CDTF">2026-04-12T17:50:16Z</dcterms:modified>
</cp:coreProperties>
</file>