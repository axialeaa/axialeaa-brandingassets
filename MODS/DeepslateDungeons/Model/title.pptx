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18000663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A9BE"/>
    <a:srgbClr val="6C8DA9"/>
    <a:srgbClr val="0B231C"/>
    <a:srgbClr val="164234"/>
    <a:srgbClr val="162642"/>
    <a:srgbClr val="1E3358"/>
    <a:srgbClr val="0E1728"/>
    <a:srgbClr val="000000"/>
    <a:srgbClr val="1E5849"/>
    <a:srgbClr val="8AD2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286" y="13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471289"/>
            <a:ext cx="13500497" cy="1002571"/>
          </a:xfrm>
        </p:spPr>
        <p:txBody>
          <a:bodyPr anchor="b"/>
          <a:lstStyle>
            <a:lvl1pPr algn="ctr"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1512522"/>
            <a:ext cx="13500497" cy="695267"/>
          </a:xfrm>
        </p:spPr>
        <p:txBody>
          <a:bodyPr/>
          <a:lstStyle>
            <a:lvl1pPr marL="0" indent="0" algn="ctr">
              <a:buNone/>
              <a:defRPr sz="1008"/>
            </a:lvl1pPr>
            <a:lvl2pPr marL="191978" indent="0" algn="ctr">
              <a:buNone/>
              <a:defRPr sz="840"/>
            </a:lvl2pPr>
            <a:lvl3pPr marL="383957" indent="0" algn="ctr">
              <a:buNone/>
              <a:defRPr sz="756"/>
            </a:lvl3pPr>
            <a:lvl4pPr marL="575935" indent="0" algn="ctr">
              <a:buNone/>
              <a:defRPr sz="672"/>
            </a:lvl4pPr>
            <a:lvl5pPr marL="767913" indent="0" algn="ctr">
              <a:buNone/>
              <a:defRPr sz="672"/>
            </a:lvl5pPr>
            <a:lvl6pPr marL="959891" indent="0" algn="ctr">
              <a:buNone/>
              <a:defRPr sz="672"/>
            </a:lvl6pPr>
            <a:lvl7pPr marL="1151870" indent="0" algn="ctr">
              <a:buNone/>
              <a:defRPr sz="672"/>
            </a:lvl7pPr>
            <a:lvl8pPr marL="1343848" indent="0" algn="ctr">
              <a:buNone/>
              <a:defRPr sz="672"/>
            </a:lvl8pPr>
            <a:lvl9pPr marL="1535826" indent="0" algn="ctr">
              <a:buNone/>
              <a:defRPr sz="67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F7BC9-F896-4939-BFB5-750F1410799E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2E20D-AF36-4E4D-8E71-9F2EEC44B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158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F7BC9-F896-4939-BFB5-750F1410799E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2E20D-AF36-4E4D-8E71-9F2EEC44B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746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717932"/>
            <a:ext cx="15525572" cy="119788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1927150"/>
            <a:ext cx="15525572" cy="629940"/>
          </a:xfrm>
        </p:spPr>
        <p:txBody>
          <a:bodyPr/>
          <a:lstStyle>
            <a:lvl1pPr marL="0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1pPr>
            <a:lvl2pPr marL="191978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2pPr>
            <a:lvl3pPr marL="383957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3pPr>
            <a:lvl4pPr marL="575935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4pPr>
            <a:lvl5pPr marL="767913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5pPr>
            <a:lvl6pPr marL="959891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6pPr>
            <a:lvl7pPr marL="1151870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7pPr>
            <a:lvl8pPr marL="1343848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8pPr>
            <a:lvl9pPr marL="1535826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F7BC9-F896-4939-BFB5-750F1410799E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2E20D-AF36-4E4D-8E71-9F2EEC44B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115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766593"/>
            <a:ext cx="7650282" cy="18271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766593"/>
            <a:ext cx="7650282" cy="18271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F7BC9-F896-4939-BFB5-750F1410799E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2E20D-AF36-4E4D-8E71-9F2EEC44B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1701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53319"/>
            <a:ext cx="15525572" cy="5566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705933"/>
            <a:ext cx="7615123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1051899"/>
            <a:ext cx="7615123" cy="15471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705933"/>
            <a:ext cx="7652626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1051899"/>
            <a:ext cx="7652626" cy="15471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F7BC9-F896-4939-BFB5-750F1410799E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2E20D-AF36-4E4D-8E71-9F2EEC44B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9592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F7BC9-F896-4939-BFB5-750F1410799E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2E20D-AF36-4E4D-8E71-9F2EEC44B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8822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F7BC9-F896-4939-BFB5-750F1410799E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2E20D-AF36-4E4D-8E71-9F2EEC44B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8990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191982"/>
            <a:ext cx="5805682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414627"/>
            <a:ext cx="9112836" cy="2046471"/>
          </a:xfrm>
        </p:spPr>
        <p:txBody>
          <a:bodyPr/>
          <a:lstStyle>
            <a:lvl1pPr>
              <a:defRPr sz="1344"/>
            </a:lvl1pPr>
            <a:lvl2pPr>
              <a:defRPr sz="1176"/>
            </a:lvl2pPr>
            <a:lvl3pPr>
              <a:defRPr sz="1008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863918"/>
            <a:ext cx="5805682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F7BC9-F896-4939-BFB5-750F1410799E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2E20D-AF36-4E4D-8E71-9F2EEC44B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2601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191982"/>
            <a:ext cx="5805682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414627"/>
            <a:ext cx="9112836" cy="2046471"/>
          </a:xfrm>
        </p:spPr>
        <p:txBody>
          <a:bodyPr anchor="t"/>
          <a:lstStyle>
            <a:lvl1pPr marL="0" indent="0">
              <a:buNone/>
              <a:defRPr sz="1344"/>
            </a:lvl1pPr>
            <a:lvl2pPr marL="191978" indent="0">
              <a:buNone/>
              <a:defRPr sz="1176"/>
            </a:lvl2pPr>
            <a:lvl3pPr marL="383957" indent="0">
              <a:buNone/>
              <a:defRPr sz="1008"/>
            </a:lvl3pPr>
            <a:lvl4pPr marL="575935" indent="0">
              <a:buNone/>
              <a:defRPr sz="840"/>
            </a:lvl4pPr>
            <a:lvl5pPr marL="767913" indent="0">
              <a:buNone/>
              <a:defRPr sz="840"/>
            </a:lvl5pPr>
            <a:lvl6pPr marL="959891" indent="0">
              <a:buNone/>
              <a:defRPr sz="840"/>
            </a:lvl6pPr>
            <a:lvl7pPr marL="1151870" indent="0">
              <a:buNone/>
              <a:defRPr sz="840"/>
            </a:lvl7pPr>
            <a:lvl8pPr marL="1343848" indent="0">
              <a:buNone/>
              <a:defRPr sz="840"/>
            </a:lvl8pPr>
            <a:lvl9pPr marL="1535826" indent="0">
              <a:buNone/>
              <a:defRPr sz="8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863918"/>
            <a:ext cx="5805682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F7BC9-F896-4939-BFB5-750F1410799E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2E20D-AF36-4E4D-8E71-9F2EEC44B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38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F7BC9-F896-4939-BFB5-750F1410799E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2E20D-AF36-4E4D-8E71-9F2EEC44B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563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153319"/>
            <a:ext cx="3881393" cy="24404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153319"/>
            <a:ext cx="11419171" cy="24404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F7BC9-F896-4939-BFB5-750F1410799E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2E20D-AF36-4E4D-8E71-9F2EEC44B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628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153319"/>
            <a:ext cx="15525572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766593"/>
            <a:ext cx="15525572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2669079"/>
            <a:ext cx="4050149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FF7BC9-F896-4939-BFB5-750F1410799E}" type="datetimeFigureOut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2669079"/>
            <a:ext cx="6075224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2669079"/>
            <a:ext cx="4050149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2E20D-AF36-4E4D-8E71-9F2EEC44B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711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383957" rtl="0" eaLnBrk="1" latinLnBrk="0" hangingPunct="1">
        <a:lnSpc>
          <a:spcPct val="90000"/>
        </a:lnSpc>
        <a:spcBef>
          <a:spcPct val="0"/>
        </a:spcBef>
        <a:buNone/>
        <a:defRPr sz="18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89" indent="-95989" algn="l" defTabSz="383957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1pPr>
      <a:lvl2pPr marL="28796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479946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71924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863902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1055881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247859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43983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631815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1pPr>
      <a:lvl2pPr marL="19197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83957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575935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767913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959891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15187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34384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535826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A76C77-CA23-BB06-C824-2CCDC63BC8B7}"/>
              </a:ext>
            </a:extLst>
          </p:cNvPr>
          <p:cNvSpPr/>
          <p:nvPr/>
        </p:nvSpPr>
        <p:spPr>
          <a:xfrm>
            <a:off x="0" y="0"/>
            <a:ext cx="18000663" cy="2879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F14174D-2905-3EE4-63A4-75A678CEE94F}"/>
              </a:ext>
            </a:extLst>
          </p:cNvPr>
          <p:cNvGrpSpPr/>
          <p:nvPr/>
        </p:nvGrpSpPr>
        <p:grpSpPr>
          <a:xfrm>
            <a:off x="1798320" y="257174"/>
            <a:ext cx="15151968" cy="2365376"/>
            <a:chOff x="1638049" y="257175"/>
            <a:chExt cx="15373199" cy="236537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DD6DB5B-3BEB-EA9E-7821-0A8CF51C5649}"/>
                </a:ext>
              </a:extLst>
            </p:cNvPr>
            <p:cNvSpPr txBox="1"/>
            <p:nvPr/>
          </p:nvSpPr>
          <p:spPr>
            <a:xfrm>
              <a:off x="1638049" y="655032"/>
              <a:ext cx="6322565" cy="1569660"/>
            </a:xfrm>
            <a:prstGeom prst="rect">
              <a:avLst/>
            </a:prstGeom>
            <a:noFill/>
            <a:effectLst>
              <a:innerShdw>
                <a:prstClr val="black"/>
              </a:innerShdw>
            </a:effectLst>
          </p:spPr>
          <p:txBody>
            <a:bodyPr wrap="none" rtlCol="0">
              <a:spAutoFit/>
            </a:bodyPr>
            <a:lstStyle/>
            <a:p>
              <a:r>
                <a:rPr lang="en-US" sz="9600" dirty="0">
                  <a:solidFill>
                    <a:srgbClr val="90A9BE"/>
                  </a:solidFill>
                  <a:effectLst>
                    <a:outerShdw dist="127000" dir="2700000" algn="ctr" rotWithShape="0">
                      <a:schemeClr val="tx1"/>
                    </a:outerShdw>
                  </a:effectLst>
                  <a:latin typeface="Aharoni" panose="02010803020104030203" pitchFamily="2" charset="-79"/>
                  <a:ea typeface="ADLaM Display" panose="02010000000000000000" pitchFamily="2" charset="0"/>
                  <a:cs typeface="Aharoni" panose="02010803020104030203" pitchFamily="2" charset="-79"/>
                </a:rPr>
                <a:t>DEEPSLATE</a:t>
              </a:r>
              <a:endParaRPr lang="en-GB" sz="9600" dirty="0">
                <a:solidFill>
                  <a:srgbClr val="90A9BE"/>
                </a:solidFill>
                <a:effectLst>
                  <a:outerShdw dist="127000" dir="2700000" algn="ctr" rotWithShape="0">
                    <a:schemeClr val="tx1"/>
                  </a:outerShdw>
                </a:effectLst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0A93D9C-E56D-D9A4-5FAE-DB3C3CE32A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50631" y="257175"/>
              <a:ext cx="2363976" cy="2365376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C173C19-4849-02E1-E52F-F6A259533D45}"/>
                </a:ext>
              </a:extLst>
            </p:cNvPr>
            <p:cNvSpPr txBox="1"/>
            <p:nvPr/>
          </p:nvSpPr>
          <p:spPr>
            <a:xfrm>
              <a:off x="9831077" y="655032"/>
              <a:ext cx="7180171" cy="1569660"/>
            </a:xfrm>
            <a:prstGeom prst="rect">
              <a:avLst/>
            </a:prstGeom>
            <a:noFill/>
            <a:effectLst>
              <a:innerShdw>
                <a:prstClr val="black"/>
              </a:innerShdw>
            </a:effectLst>
          </p:spPr>
          <p:txBody>
            <a:bodyPr wrap="none" rtlCol="0">
              <a:spAutoFit/>
            </a:bodyPr>
            <a:lstStyle/>
            <a:p>
              <a:r>
                <a:rPr lang="en-US" sz="9600" dirty="0">
                  <a:solidFill>
                    <a:srgbClr val="90A9BE"/>
                  </a:solidFill>
                  <a:effectLst>
                    <a:outerShdw dist="127000" dir="2700000" algn="ctr" rotWithShape="0">
                      <a:schemeClr val="tx1"/>
                    </a:outerShdw>
                  </a:effectLst>
                  <a:latin typeface="Aharoni" panose="02010803020104030203" pitchFamily="2" charset="-79"/>
                  <a:ea typeface="ADLaM Display" panose="02010000000000000000" pitchFamily="2" charset="0"/>
                  <a:cs typeface="Aharoni" panose="02010803020104030203" pitchFamily="2" charset="-79"/>
                </a:rPr>
                <a:t>DUNGEONS</a:t>
              </a:r>
              <a:endParaRPr lang="en-GB" sz="9600" dirty="0">
                <a:solidFill>
                  <a:srgbClr val="90A9BE"/>
                </a:solidFill>
                <a:effectLst>
                  <a:outerShdw dist="127000" dir="2700000" algn="ctr" rotWithShape="0">
                    <a:schemeClr val="tx1"/>
                  </a:outerShdw>
                </a:effectLst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8280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437</TotalTime>
  <Words>2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Aharoni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voidredstone</dc:creator>
  <cp:lastModifiedBy>voidredstone</cp:lastModifiedBy>
  <cp:revision>3</cp:revision>
  <dcterms:created xsi:type="dcterms:W3CDTF">2026-01-17T20:59:48Z</dcterms:created>
  <dcterms:modified xsi:type="dcterms:W3CDTF">2026-04-12T17:50:00Z</dcterms:modified>
</cp:coreProperties>
</file>